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lcome" initials="W" lastIdx="1" clrIdx="0">
    <p:extLst>
      <p:ext uri="{19B8F6BF-5375-455C-9EA6-DF929625EA0E}">
        <p15:presenceInfo xmlns:p15="http://schemas.microsoft.com/office/powerpoint/2012/main" userId="Welco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3T16:20:52.543" idx="1">
    <p:pos x="5712" y="1770"/>
    <p:text>click here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CE92-8AE4-4A52-8E5B-87026B19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8701" y="1828800"/>
            <a:ext cx="5572796" cy="1894211"/>
          </a:xfrm>
        </p:spPr>
        <p:txBody>
          <a:bodyPr/>
          <a:lstStyle/>
          <a:p>
            <a:r>
              <a:rPr lang="en-US" dirty="0"/>
              <a:t>ITZ_ME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68DA5-DFF9-40BB-9C08-15C449C34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>
            <a:normAutofit/>
          </a:bodyPr>
          <a:lstStyle/>
          <a:p>
            <a:r>
              <a:rPr lang="en-US" dirty="0"/>
              <a:t>Hello My Name Is Rahul And My Father name is </a:t>
            </a:r>
            <a:r>
              <a:rPr lang="en-US" dirty="0" err="1"/>
              <a:t>madan</a:t>
            </a:r>
            <a:r>
              <a:rPr lang="en-US" dirty="0"/>
              <a:t> </a:t>
            </a:r>
            <a:r>
              <a:rPr lang="en-US" dirty="0" err="1"/>
              <a:t>lal</a:t>
            </a:r>
            <a:r>
              <a:rPr lang="en-US" dirty="0"/>
              <a:t> </a:t>
            </a:r>
            <a:r>
              <a:rPr lang="en-US" dirty="0" err="1"/>
              <a:t>rAwat</a:t>
            </a:r>
            <a:endParaRPr lang="en-US" dirty="0"/>
          </a:p>
          <a:p>
            <a:r>
              <a:rPr lang="en-US" sz="1050" dirty="0" err="1">
                <a:solidFill>
                  <a:srgbClr val="FFFF00"/>
                </a:solidFill>
              </a:rPr>
              <a:t>Iam</a:t>
            </a:r>
            <a:r>
              <a:rPr lang="en-US" sz="1050" dirty="0">
                <a:solidFill>
                  <a:srgbClr val="FFFF00"/>
                </a:solidFill>
              </a:rPr>
              <a:t> from </a:t>
            </a:r>
            <a:r>
              <a:rPr lang="en-US" sz="1050" dirty="0" err="1">
                <a:solidFill>
                  <a:srgbClr val="FFFF00"/>
                </a:solidFill>
              </a:rPr>
              <a:t>bhanwrasa</a:t>
            </a:r>
            <a:endParaRPr lang="en-US" sz="1050" dirty="0">
              <a:solidFill>
                <a:srgbClr val="FFFF00"/>
              </a:solidFill>
            </a:endParaRPr>
          </a:p>
          <a:p>
            <a:endParaRPr lang="en-US" sz="1050" dirty="0">
              <a:solidFill>
                <a:srgbClr val="FFFF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59903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Rockwell</vt:lpstr>
      <vt:lpstr>Gallery</vt:lpstr>
      <vt:lpstr>ITZ_ME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ITZ_ME</dc:title>
  <dc:creator>Welcome</dc:creator>
  <cp:lastModifiedBy>Welcome</cp:lastModifiedBy>
  <cp:revision>1</cp:revision>
  <dcterms:created xsi:type="dcterms:W3CDTF">2024-10-23T10:46:54Z</dcterms:created>
  <dcterms:modified xsi:type="dcterms:W3CDTF">2024-10-23T10:52:11Z</dcterms:modified>
</cp:coreProperties>
</file>